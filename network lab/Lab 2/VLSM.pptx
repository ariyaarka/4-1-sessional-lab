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gKIixcfZ+A8w427VTnIwkGc6uo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/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8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/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9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/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0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0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1"/>
          <p:cNvSpPr txBox="1"/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6"/>
          <p:cNvSpPr txBox="1"/>
          <p:nvPr>
            <p:ph type="title"/>
          </p:nvPr>
        </p:nvSpPr>
        <p:spPr>
          <a:xfrm>
            <a:off x="609600" y="274320"/>
            <a:ext cx="109728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6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6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6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16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43" name="Google Shape;4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2464592"/>
            <a:ext cx="9144000" cy="4393405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"/>
          <p:cNvSpPr txBox="1"/>
          <p:nvPr/>
        </p:nvSpPr>
        <p:spPr>
          <a:xfrm>
            <a:off x="1696973" y="3746753"/>
            <a:ext cx="8699500" cy="1527175"/>
          </a:xfrm>
          <a:prstGeom prst="rect">
            <a:avLst/>
          </a:prstGeom>
          <a:solidFill>
            <a:srgbClr val="FFFFFF"/>
          </a:solidFill>
          <a:ln cap="flat" cmpd="sng" w="25900">
            <a:solidFill>
              <a:srgbClr val="4F81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21145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3303270" marR="329628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Md. Sakhawat Hossain CSE, KUET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49" name="Google Shape;49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54" name="Google Shape;5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59" name="Google Shape;5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64" name="Google Shape;6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69" name="Google Shape;6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74" name="Google Shape;7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79" name="Google Shape;7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84" name="Google Shape;8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33088"/>
            <a:ext cx="9144000" cy="6424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89" name="Google Shape;8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4" name="Google Shape;94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99" name="Google Shape;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4" name="Google Shape;10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33088"/>
            <a:ext cx="9144000" cy="64249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381000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jpg" id="114" name="Google Shape;114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0" y="428623"/>
            <a:ext cx="9144000" cy="642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2026-07-13T18:28:22Z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2026-07-13T00:00:00Z</vt:filetime>
  </property>
  <property fmtid="{D5CDD505-2E9C-101B-9397-08002B2CF9AE}" pid="4" name="Creator">
    <vt:lpwstr>Microsoft® PowerPoint® 2019</vt:lpwstr>
  </property>
  <property fmtid="{D5CDD505-2E9C-101B-9397-08002B2CF9AE}" pid="5" name="LastSaved">
    <vt:filetime>2026-07-13T00:00:00Z</vt:filetime>
  </property>
  <property fmtid="{D5CDD505-2E9C-101B-9397-08002B2CF9AE}" pid="6" name="Producer">
    <vt:lpwstr>Microsoft® PowerPoint® 2019</vt:lpwstr>
  </property>
</Properties>
</file>